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80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4A60-3481-C06D-8B63-9683F6DDF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811CA-6E61-78C8-CC16-7F0CE1533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C60-D7BD-0B68-0D07-7C847CE1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2021D-C946-DDF9-E74F-9179DD51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0E18E-B6D7-72ED-B9D5-D61FEEFF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2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370E-56C5-8A6B-AE26-43862F0B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0C68-86D7-5133-B54C-1E7DCAEF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2BE8B-04D2-EB11-4AFC-45737689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8A71-CE71-3F0B-4901-C27B49CB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BB05E-80C9-08AF-A1E3-79148E670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59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B259-44AC-952C-E863-F673D985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1E3BD-3A07-7612-7F38-2E2BE9FC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A1EDC-5E68-16C0-93B3-EC6FA50BA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018EC-14EB-0127-2098-32157C7F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04570-1746-6DE4-EEA3-B504611A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6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F6FB-922A-622D-5D71-702D4816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B67ED-6709-5816-1C04-347BA4F27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695CF-40F3-EFDA-C26B-5E93B2284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62420-BE6A-0659-67D5-81AADCA4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99AE2-BBB0-3DB4-1C0D-625E280C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8A8FB-5F3B-52D1-22B0-C83307E8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05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C959-2D9D-CB29-9274-EA61B4F5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F0A1D-60F1-AABB-14DE-777CC678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F0A18-B39E-12B8-741C-9D1D1D627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62F8F-04D3-7152-61F9-3338BADB3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4B803-7C15-9F49-70B4-ECAC48277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ECCC4-8980-922A-06A9-22BB91FB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27B982-CE76-C94A-6C5F-2C7B9EBF4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EEEE0-DDD6-5733-936D-4A2F9558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22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EEA8-1C13-3F8E-7A05-A49C6574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328C6-DE9E-DAA2-227C-2172DD43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B1B0B-8C5F-FFF5-A5A1-CC660AD1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2F44FD-7454-39CE-8EB4-532349B7B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2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407CE-E263-6AA3-2D6A-F18B1927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528EBC-6DF1-EDB5-52A4-A537EED8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064F-B788-4A05-868F-7E2784E7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5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7290-4172-CC27-7100-C0EEE052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4D74-7C67-59AF-7CC2-00210E057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04DB6-3A39-B675-C14C-FE4968C18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5033D-068D-E457-DAC5-A16B742F6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BA357-7A7E-B8D7-95ED-4D8B186D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6B935-5F50-A833-AA59-C4733BE50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7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7936-B288-74D8-4DA2-A630FD6CC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665D98-8D2F-643E-B4F0-61EAD33A3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F7EA0-71EA-3CBA-F1B4-287791474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158FE-89C9-CC5F-2069-CCA04CF3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0DDFB-CC64-CC47-ED0F-A78B5A8C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1FECF-092E-F670-2D52-7C767F33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8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B3793-8B01-7DB0-5C8D-949EFFC6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9AF87E-A991-26DF-4E90-C91C27F10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CD44F-3D98-6063-0F70-FA278C00C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95529-A3A6-9A19-E1AA-21E183CA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B72C8-9CD4-824B-EC72-6B49F283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30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51F23D-CB35-01DB-FD8A-E1337750F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2FF9A-0A7C-74A0-9056-628076667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FF404-B2CA-0538-9051-315D5261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85A4C-923A-5840-078C-1AAE6B212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9AC5C-8A05-AECF-C617-CC8C86B13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3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9EAE0-685E-7B62-8728-1D3C54E1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437EB-CB0D-EC5D-6B17-BEBFC3A4C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A1BA1-701E-5806-2A71-C15BF19FC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932A3-B5F6-478B-89F8-649ACEC7AE7C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1FC43-5E6B-0112-592E-61E1001F9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E590F-26FB-DA31-F7D0-73C5DE997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479E-D01A-456C-A35B-6A4E6D59B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2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6B73-6EBD-B4ED-ECFE-334D6833B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Measuring the Social and Economical Benefits of the Blue Economy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9F2D-20D6-1C60-E184-453B0DFCC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0564" y="4417996"/>
            <a:ext cx="3747436" cy="8398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Batch no:5</a:t>
            </a:r>
          </a:p>
          <a:p>
            <a:r>
              <a:rPr lang="en-US" dirty="0"/>
              <a:t>Dr . G. Murali-5217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9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010C8-4497-55DF-D211-05D4FAF55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02" y="2327709"/>
            <a:ext cx="4184884" cy="808523"/>
          </a:xfrm>
        </p:spPr>
        <p:txBody>
          <a:bodyPr>
            <a:normAutofit/>
          </a:bodyPr>
          <a:lstStyle/>
          <a:p>
            <a:r>
              <a:rPr lang="en-US" sz="4400" dirty="0"/>
              <a:t>ABSTRACT</a:t>
            </a:r>
            <a:endParaRPr lang="en-IN" sz="4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E7B78A2-7A14-3AD4-995E-A297E9D840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9280" y="757633"/>
            <a:ext cx="906272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Blue Economy promotes sustainable ocean resource utilization for economic growth, social inclusion, and environmental sustainability.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Renewable energy sources such as offshore wind, tidal, and wave energy are key drivers of sustainable marine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study measures the social and economic benefits of renewable energy in the Blue Economy.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focus areas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creation and employment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security and access to clean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 growth through investment and innovation.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well-being and community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research also examines policy frameworks, investment opportunities, and technological advancements in the sector.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 suggest that renewable energy in the Blue Economy enhances livelihoods, fosters clean energy transitions, and supports climate change mitigation.</a:t>
            </a:r>
          </a:p>
        </p:txBody>
      </p:sp>
    </p:spTree>
    <p:extLst>
      <p:ext uri="{BB962C8B-B14F-4D97-AF65-F5344CB8AC3E}">
        <p14:creationId xmlns:p14="http://schemas.microsoft.com/office/powerpoint/2010/main" val="37240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EE02-3058-5ED1-29AA-A2443A16C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LITERATURE REVIEW</a:t>
            </a:r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9939538-7C35-6864-3BCC-25AE53668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85520"/>
            <a:ext cx="105156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sustainable ocean resource utilization for economic growth, environmental conservation, and social inclusion.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Offshore wind, tidal, wave energy, and ocean thermal energy conversion (OTEC) play a crucial role in sustainable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Offshore renewable energy is expected to generate millions of jobs globally.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Ocean-based industries could contribute $3 trillion to the global economy by 2030.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dependence on fossil fuels, stabilizes energy prices, and ensures a reliable energy supply.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0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A96CF-3B8A-11CB-8375-E3AC5D00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308" y="1824037"/>
            <a:ext cx="3932237" cy="1600200"/>
          </a:xfrm>
        </p:spPr>
        <p:txBody>
          <a:bodyPr>
            <a:normAutofit/>
          </a:bodyPr>
          <a:lstStyle/>
          <a:p>
            <a:r>
              <a:rPr lang="en-US" sz="4400" dirty="0"/>
              <a:t>Advantages</a:t>
            </a:r>
            <a:endParaRPr lang="en-IN" sz="44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C3FD849-A149-AFDF-580C-46E4A1C353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1374568"/>
            <a:ext cx="693769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employment opportunities in offshore wind farms, tidal energy plants, and related industries.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Contributes significantly to national and global economies through investments and infrastructure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dependence on fossil fuels, stabilizing energy prices and ensuring a reliable power supply.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Attracts funding from governments, private investors, and international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297239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2032B8-1C19-532D-503F-4C0C4154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268" y="1824037"/>
            <a:ext cx="3932237" cy="1600200"/>
          </a:xfrm>
        </p:spPr>
        <p:txBody>
          <a:bodyPr>
            <a:normAutofit/>
          </a:bodyPr>
          <a:lstStyle/>
          <a:p>
            <a:r>
              <a:rPr lang="en-US" sz="4000" dirty="0"/>
              <a:t>DISADVANTAGES</a:t>
            </a:r>
            <a:endParaRPr lang="en-IN" sz="40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61F90B-4F55-203F-76DD-0E52FA0689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1716077"/>
            <a:ext cx="689705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Offshore renewable energy projects require substantial capital for infrastructure, technology, and grid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Harsh marine environments increase maintenance costs for wind turbines, tidal barrages, and wave energy converters.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Fluctuating government policies and investment risks can affect the financial viability of renewable energy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marine industries (e.g., fishing, shipping) may face disruptions due to expanding renewable energy projects.</a:t>
            </a:r>
          </a:p>
        </p:txBody>
      </p:sp>
    </p:spTree>
    <p:extLst>
      <p:ext uri="{BB962C8B-B14F-4D97-AF65-F5344CB8AC3E}">
        <p14:creationId xmlns:p14="http://schemas.microsoft.com/office/powerpoint/2010/main" val="268036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1088-CA6D-ACFF-A247-98E0DBC2A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28" y="1950720"/>
            <a:ext cx="3932237" cy="1600200"/>
          </a:xfrm>
        </p:spPr>
        <p:txBody>
          <a:bodyPr/>
          <a:lstStyle/>
          <a:p>
            <a:r>
              <a:rPr lang="en-IN" dirty="0"/>
              <a:t>Gaps in the Review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3E8BC2-60D7-5F34-584C-831FEA22E3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746583"/>
            <a:ext cx="6897052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research focuses on theoretical benefits rather than real-world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long-term economic impact studies on coastal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case studies that track job creation, GDP growth, and investment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studies emphasize economic growth but lack focus on social inclusion and community well-being.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measuring livelihood improvements, education, and healthcare access due to renewable energy projects.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data on how coastal. populations benefit from job opportunities in Blue Economy sectors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3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7097E-8248-6F16-6DA1-B42362CD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342640"/>
          </a:xfrm>
        </p:spPr>
        <p:txBody>
          <a:bodyPr/>
          <a:lstStyle/>
          <a:p>
            <a:r>
              <a:rPr lang="en-US" b="1" dirty="0"/>
              <a:t>Proposed Architecture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57B7D-E7B2-75BA-6751-C370CA0E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Economic indicators (GDP contribution, job creation).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Social indicators (community well-being, energy access).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Environmental impact (carbon reduction, marine ecosystem health).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Data Collection Approach</a:t>
            </a:r>
            <a:r>
              <a:rPr lang="en-US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Case studies, policy analysis, and industry reports.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945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06A5-E3B3-74B0-D438-0E6D3EE9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868" y="2052320"/>
            <a:ext cx="3932237" cy="1600200"/>
          </a:xfrm>
        </p:spPr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1F1DF7-A6F8-314E-8078-C702893657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3188" y="1608359"/>
            <a:ext cx="6795452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in offshore wind, tidal, and wave energy sectors is expected to create millions of jobs.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Employment opportunities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manufacturing, installation, maintenance, and research &amp;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dirty="0"/>
              <a:t>Shift from fossil fuels to </a:t>
            </a:r>
            <a:r>
              <a:rPr lang="en-US" sz="1800" b="1" dirty="0"/>
              <a:t>ocean-based renewables</a:t>
            </a:r>
            <a:r>
              <a:rPr lang="en-US" sz="1800" dirty="0"/>
              <a:t> significantly lowers greenhouse gas emissions.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DEFF314-209B-304A-9994-419000B46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252" y="3517430"/>
            <a:ext cx="71243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645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8D6C-BD33-CABC-4488-4CFDAB74F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19393B-D0C8-D3D4-665A-9F5838E664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 Economy + renewable energy = economic and social transformation.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policy support and investments are essential.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Addressing technological and financial challenges is crucial for scalability.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research: Case studies on successful Blue Economy projects.</a:t>
            </a:r>
          </a:p>
        </p:txBody>
      </p:sp>
    </p:spTree>
    <p:extLst>
      <p:ext uri="{BB962C8B-B14F-4D97-AF65-F5344CB8AC3E}">
        <p14:creationId xmlns:p14="http://schemas.microsoft.com/office/powerpoint/2010/main" val="274836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594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Measuring the Social and Economical Benefits of the Blue Economy </vt:lpstr>
      <vt:lpstr>ABSTRACT</vt:lpstr>
      <vt:lpstr>                   LITERATURE REVIEW</vt:lpstr>
      <vt:lpstr>Advantages</vt:lpstr>
      <vt:lpstr>DISADVANTAGES</vt:lpstr>
      <vt:lpstr>Gaps in the Review</vt:lpstr>
      <vt:lpstr>Proposed Architecture 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 Lakshmi</dc:creator>
  <cp:lastModifiedBy>Radhika Lakshmi</cp:lastModifiedBy>
  <cp:revision>1</cp:revision>
  <dcterms:created xsi:type="dcterms:W3CDTF">2025-03-25T17:49:05Z</dcterms:created>
  <dcterms:modified xsi:type="dcterms:W3CDTF">2025-03-25T17:53:58Z</dcterms:modified>
</cp:coreProperties>
</file>